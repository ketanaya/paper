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7E8DDD7-D6E2-7A31-FC0E-E0DF11369F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3A0DC79-8870-7B38-7FFF-2525848566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B685AE1-D0F7-4109-1109-130063080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5CFF3-7A4B-CE43-9FF9-A30B838E6DF2}" type="datetimeFigureOut">
              <a:rPr kumimoji="1" lang="ja-JP" altLang="en-US" smtClean="0"/>
              <a:t>2025/4/12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76F621B-8DD0-65F9-E2D1-6CA2780CA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38C0CD7-4127-B964-F580-F88198FD5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E1EE5-522C-0243-8AF7-F232B527AE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053919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DF800C5-58C5-1817-4C11-E5B5FB750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584D9E3-F7DB-BFE3-CC8C-D7C5F66BC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19C9907-7AB8-F7D2-DA4B-8132C3B53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5CFF3-7A4B-CE43-9FF9-A30B838E6DF2}" type="datetimeFigureOut">
              <a:rPr kumimoji="1" lang="ja-JP" altLang="en-US" smtClean="0"/>
              <a:t>2025/4/12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A623391-6DFC-FB92-BFFA-0F6B55FDE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5F99B50-F99F-269E-DFC0-BE3A8E20C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E1EE5-522C-0243-8AF7-F232B527AE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0817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07396F-E649-E283-8022-FD0068CEC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69DB39A-9C7D-43B0-C4A3-3B1510A55F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DD451E9-C388-E4ED-05CE-58E9E4497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5CFF3-7A4B-CE43-9FF9-A30B838E6DF2}" type="datetimeFigureOut">
              <a:rPr kumimoji="1" lang="ja-JP" altLang="en-US" smtClean="0"/>
              <a:t>2025/4/12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6A532CA-27E9-1DA7-8C6D-FAAA16E72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0C2D178-F63C-5610-B069-AE6A9F2D8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E1EE5-522C-0243-8AF7-F232B527AE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95756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F1FAF6A-3849-223C-16E3-601432CEE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5F93107-2611-5968-7715-C9481A2F32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BAF90AC-5CBA-E9D6-7FB3-181C582BF9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DBE156B-0E06-EAB3-9E24-8D0F75032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5CFF3-7A4B-CE43-9FF9-A30B838E6DF2}" type="datetimeFigureOut">
              <a:rPr kumimoji="1" lang="ja-JP" altLang="en-US" smtClean="0"/>
              <a:t>2025/4/12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7024C17-CEE7-DB03-3C7F-0D2872807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041766C-8F61-F961-0D87-7ECEA7384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E1EE5-522C-0243-8AF7-F232B527AE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4823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7123F7A-C302-CA4D-8291-24EC485C3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998B304-4624-9AF8-F3D7-E065B0F34B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FF67C8B-E314-FDED-FF4E-58F37D23D9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9D817F1-9E6D-806B-3DE7-85127CA9E5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AB02E50D-9ECC-475A-4978-C5EB233760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6FF686E7-5D05-D6F5-EBB2-25713623C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5CFF3-7A4B-CE43-9FF9-A30B838E6DF2}" type="datetimeFigureOut">
              <a:rPr kumimoji="1" lang="ja-JP" altLang="en-US" smtClean="0"/>
              <a:t>2025/4/12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B6885F68-02AF-209A-F636-D0A212B0F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B656C78-F396-E7C1-F552-353611A0C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E1EE5-522C-0243-8AF7-F232B527AE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28414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DC09A3-A29C-D0E4-B074-3BC308998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4365164-5C90-17D5-103A-C7B588DED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5CFF3-7A4B-CE43-9FF9-A30B838E6DF2}" type="datetimeFigureOut">
              <a:rPr kumimoji="1" lang="ja-JP" altLang="en-US" smtClean="0"/>
              <a:t>2025/4/12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355BBBD-60D5-BEB5-62CA-2A13FF7A7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9F0DC70-BFE0-95FB-BE00-375608F1B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E1EE5-522C-0243-8AF7-F232B527AE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1090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C7DBB3C-A5D1-B0F2-15F8-F4D0A4FD4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5CFF3-7A4B-CE43-9FF9-A30B838E6DF2}" type="datetimeFigureOut">
              <a:rPr kumimoji="1" lang="ja-JP" altLang="en-US" smtClean="0"/>
              <a:t>2025/4/12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1A960B3-B39A-A1CB-65A4-7F9AAC916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90724D8-5F14-9B07-2CDC-F6DBF88C5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E1EE5-522C-0243-8AF7-F232B527AE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2935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EDA823D-B3B5-8F59-EE0D-2D403EDFB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7C79CC7-D6DA-39F7-DB14-57B05FB2F7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CAA8A89-E59F-3801-75E9-49CAC3580D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50F777A-C3FF-37BF-F4B6-F6F3528E6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5CFF3-7A4B-CE43-9FF9-A30B838E6DF2}" type="datetimeFigureOut">
              <a:rPr kumimoji="1" lang="ja-JP" altLang="en-US" smtClean="0"/>
              <a:t>2025/4/12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07CA5B8-9F86-2A5F-0211-59BE610B0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AF08546-CF35-6F62-BAE6-30E26131E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E1EE5-522C-0243-8AF7-F232B527AE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4979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F9908CE-E09D-103C-E82C-0F2CA74A9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1FB2B36-DCF5-6951-62AC-A01C14EDC2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FA5F181-E0B2-7834-2AB1-D87112C257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CE7F408-DA33-5D26-73AD-4608766E4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5CFF3-7A4B-CE43-9FF9-A30B838E6DF2}" type="datetimeFigureOut">
              <a:rPr kumimoji="1" lang="ja-JP" altLang="en-US" smtClean="0"/>
              <a:t>2025/4/12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9347DC4-DDC0-0D05-0297-05E4843D3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4F1DC68-44F9-4F8E-C854-B256C6B59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E1EE5-522C-0243-8AF7-F232B527AE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73510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0E6334A-D07F-B6A0-90E9-8DB111BB3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0A7D6A5-693B-F98B-DDD2-BC5FD87FBE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45041C5-D1CB-2D3B-5F87-B00514BCC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5CFF3-7A4B-CE43-9FF9-A30B838E6DF2}" type="datetimeFigureOut">
              <a:rPr kumimoji="1" lang="ja-JP" altLang="en-US" smtClean="0"/>
              <a:t>2025/4/12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CFB5B74-8DC9-782E-26F5-AF91DB267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A872BBF-446D-E3FA-95D4-DC09DF787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E1EE5-522C-0243-8AF7-F232B527AE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77324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E0ADC7B-864F-DFFE-5F49-FFABF8EF4C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C60EAB9-D745-C940-6ACC-CC7BC62F74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CFB8F9D-68BE-79E1-CF85-EB2BBBB2A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D5CFF3-7A4B-CE43-9FF9-A30B838E6DF2}" type="datetimeFigureOut">
              <a:rPr kumimoji="1" lang="ja-JP" altLang="en-US" smtClean="0"/>
              <a:t>2025/4/12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D196B46-97C5-BC16-FEE8-B7CF7F89C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A73DE8-993C-A16F-058F-3A757AB01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E1EE5-522C-0243-8AF7-F232B527AE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95410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CCDEF56C-F3EA-FDA1-0897-D50651FF5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2B55D7C-53A5-4320-2205-942BABB5F9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1BCA5AC-A3D0-26EE-8FD0-B96503AE2D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D5CFF3-7A4B-CE43-9FF9-A30B838E6DF2}" type="datetimeFigureOut">
              <a:rPr kumimoji="1" lang="ja-JP" altLang="en-US" smtClean="0"/>
              <a:t>2025/4/12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B16F891-4457-2D85-6198-E1F0E4F285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F1A6527-341F-2B59-1B29-6B90D7F4F8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8E1EE5-522C-0243-8AF7-F232B527AE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64685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91F1E9-9A4B-BDB3-E55E-11518AED5A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D878D382-74A4-D456-8351-0203CAA2F4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62790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ワイド画面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ｒ１ ｍ</dc:creator>
  <cp:lastModifiedBy>ｒ１ ｍ</cp:lastModifiedBy>
  <cp:revision>1</cp:revision>
  <dcterms:created xsi:type="dcterms:W3CDTF">2025-04-12T11:51:00Z</dcterms:created>
  <dcterms:modified xsi:type="dcterms:W3CDTF">2025-04-12T11:51:38Z</dcterms:modified>
</cp:coreProperties>
</file>